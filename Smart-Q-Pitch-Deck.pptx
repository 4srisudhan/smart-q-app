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215c5fe-4da7-4bb1-e7bc-422a09102255}">
          <p14:sldIdLst>
            <p14:sldId id="256"/>
            <p14:sldId id="257"/>
          </p14:sldIdLst>
        </p14:section>
        <p14:section name="Product" id="{877828d9-b4c5-506c-dc54-ba4ef5562927}">
          <p14:sldIdLst>
            <p14:sldId id="258"/>
            <p14:sldId id="259"/>
            <p14:sldId id="260"/>
          </p14:sldIdLst>
        </p14:section>
        <p14:section name="Business" id="{4296b817-bc85-47b3-b435-65677d50f237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Q is a smart queue management platform. Customers join a queue from their phone and arrive when it is their turn. Shops run the queue from a simple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problems: no visibility of the wait, customers lose time standing in line, and shops have no simple tool to manage the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flow: get a digital token, follow your place in line, and leave at the right time based on your distance to the 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steps. Join with a QR code, track the queue live, then arrive on time using the travel time estimate.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Shopkeepers log in separately. The dashboard shows who is being served, lets them call the next token, add walk-ins, pause the queue and set the average service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start with a 3 day free trial of Premium. After that Premium is 25 rupees per month. Shop plans are still to be decided.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there is a working prototype. Next we connect Supabase for real accounts and a shared live queue, add UPI payments, and use a real map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tagline and contact details. Offer a live demo: scan the QR code on the shop dashboard with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B1220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Smart Q  |  TechTrack Line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Smart Q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Skip the Wait. Smart Q Knows Your Turn.</a:t>
            </a:r>
            <a:endParaRPr lang="en-US" sz="22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Smart queue management for shops, clinics and offices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TechTrack Line  |  Founder: Srisudhan S</a:t>
            </a:r>
            <a:endParaRPr lang="en-US" sz="1400" dirty="0"/>
          </a:p>
        </p:txBody>
      </p:sp>
      <p:sp>
        <p:nvSpPr>
          <p:cNvPr id="5" name="Phone frame home"/>
          <p:cNvSpPr/>
          <p:nvPr/>
        </p:nvSpPr>
        <p:spPr>
          <a:xfrm>
            <a:off x="8348472" y="713232"/>
            <a:ext cx="2579751" cy="5157216"/>
          </a:xfrm>
          <a:prstGeom prst="roundRect">
            <a:avLst>
              <a:gd name="adj" fmla="val 7798"/>
            </a:avLst>
          </a:prstGeom>
          <a:solidFill>
            <a:srgbClr val="0B1220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6" name="Screenshot home" descr="Smart Q home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777240"/>
            <a:ext cx="245173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220"/>
                </a:solidFill>
              </a:rPr>
              <a:t>Waiting in line wastes time and gives no answers</a:t>
            </a:r>
            <a:endParaRPr lang="en-US" sz="3600" dirty="0"/>
          </a:p>
        </p:txBody>
      </p:sp>
      <p:sp>
        <p:nvSpPr>
          <p:cNvPr id="3" name="Problem card 1"/>
          <p:cNvSpPr/>
          <p:nvPr/>
        </p:nvSpPr>
        <p:spPr>
          <a:xfrm>
            <a:off x="731520" y="1828800"/>
            <a:ext cx="33375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845" y="23701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No visibility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3749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People do not know how long the wait will be, or whether it is worth staying.</a:t>
            </a:r>
            <a:endParaRPr lang="en-US" sz="1600" dirty="0"/>
          </a:p>
        </p:txBody>
      </p:sp>
      <p:sp>
        <p:nvSpPr>
          <p:cNvPr id="8" name="Problem card 2"/>
          <p:cNvSpPr/>
          <p:nvPr/>
        </p:nvSpPr>
        <p:spPr>
          <a:xfrm>
            <a:off x="4389120" y="1828800"/>
            <a:ext cx="33375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9" name="Shape 6"/>
          <p:cNvSpPr/>
          <p:nvPr/>
        </p:nvSpPr>
        <p:spPr>
          <a:xfrm>
            <a:off x="4754880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445" y="23701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5488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Time stuck on site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54880" y="3749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Customers stand in line instead of using that time for something else.</a:t>
            </a:r>
            <a:endParaRPr lang="en-US" sz="1600" dirty="0"/>
          </a:p>
        </p:txBody>
      </p:sp>
      <p:sp>
        <p:nvSpPr>
          <p:cNvPr id="13" name="Problem card 3"/>
          <p:cNvSpPr/>
          <p:nvPr/>
        </p:nvSpPr>
        <p:spPr>
          <a:xfrm>
            <a:off x="8046720" y="1828800"/>
            <a:ext cx="333756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14" name="Shape 10"/>
          <p:cNvSpPr/>
          <p:nvPr/>
        </p:nvSpPr>
        <p:spPr>
          <a:xfrm>
            <a:off x="8412480" y="2194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045" y="237012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Shops lack control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37490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Walk-ins pile up, and there is no easy way to call people in order or share a live status.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220"/>
                </a:solidFill>
              </a:rPr>
              <a:t>Join from anywhere. Arrive when it is your turn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845259"/>
            <a:ext cx="332842" cy="3328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673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Digital token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203911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Pick a service or scan the shop QR code to get a token.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2788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" y="294253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770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Live place in line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31363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See people ahead, estimated wait and alerts when your turn is near.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1520" y="3886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403981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38679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Leave on time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42336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Distance and travel time from your location tell you when to leave.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31520" y="4983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513709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45920" y="4965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Shop QR code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645920" y="53309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Shops show one QR code, and customers join in seconds.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7635240" y="1371600"/>
            <a:ext cx="3931920" cy="4709160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</p:spPr>
      </p:sp>
      <p:sp>
        <p:nvSpPr>
          <p:cNvPr id="20" name="Phone frame token"/>
          <p:cNvSpPr/>
          <p:nvPr/>
        </p:nvSpPr>
        <p:spPr>
          <a:xfrm>
            <a:off x="8513064" y="1536192"/>
            <a:ext cx="2178558" cy="4334256"/>
          </a:xfrm>
          <a:prstGeom prst="roundRect">
            <a:avLst>
              <a:gd name="adj" fmla="val 9234"/>
            </a:avLst>
          </a:prstGeom>
          <a:solidFill>
            <a:srgbClr val="0B1220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21" name="Screenshot token" descr="Smart Q digital token sc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1600200"/>
            <a:ext cx="2050542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220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6420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Join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Scan the shop QR code or pick a service. You get a token right away.</a:t>
            </a:r>
            <a:endParaRPr lang="en-US" sz="1500" dirty="0"/>
          </a:p>
        </p:txBody>
      </p:sp>
      <p:sp>
        <p:nvSpPr>
          <p:cNvPr id="7" name="Phone frame scan"/>
          <p:cNvSpPr/>
          <p:nvPr/>
        </p:nvSpPr>
        <p:spPr>
          <a:xfrm>
            <a:off x="1719072" y="3502152"/>
            <a:ext cx="1309307" cy="2551176"/>
          </a:xfrm>
          <a:prstGeom prst="roundRect">
            <a:avLst>
              <a:gd name="adj" fmla="val 15364"/>
            </a:avLst>
          </a:prstGeom>
          <a:solidFill>
            <a:srgbClr val="0B1220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Screenshot scan" descr="Smart Q scan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3566160"/>
            <a:ext cx="1181291" cy="2423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348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4348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257800" y="166420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Track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434840" y="2514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Watch your place in line and the estimated wait update live.</a:t>
            </a:r>
            <a:endParaRPr lang="en-US" sz="1500" dirty="0"/>
          </a:p>
        </p:txBody>
      </p:sp>
      <p:sp>
        <p:nvSpPr>
          <p:cNvPr id="13" name="Phone frame live"/>
          <p:cNvSpPr/>
          <p:nvPr/>
        </p:nvSpPr>
        <p:spPr>
          <a:xfrm>
            <a:off x="5422392" y="3502152"/>
            <a:ext cx="1309307" cy="2551176"/>
          </a:xfrm>
          <a:prstGeom prst="roundRect">
            <a:avLst>
              <a:gd name="adj" fmla="val 15364"/>
            </a:avLst>
          </a:prstGeom>
          <a:solidFill>
            <a:srgbClr val="0B1220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4" name="Screenshot live" descr="Smart Q live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566160"/>
            <a:ext cx="1181291" cy="24231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13816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1381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8961120" y="1664208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Arrive on time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8138160" y="2514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Get the leave time for your travel mode and an alert as your turn nears.</a:t>
            </a:r>
            <a:endParaRPr lang="en-US" sz="1500" dirty="0"/>
          </a:p>
        </p:txBody>
      </p:sp>
      <p:sp>
        <p:nvSpPr>
          <p:cNvPr id="19" name="Phone frame map"/>
          <p:cNvSpPr/>
          <p:nvPr/>
        </p:nvSpPr>
        <p:spPr>
          <a:xfrm>
            <a:off x="9125712" y="3502152"/>
            <a:ext cx="1309307" cy="2551176"/>
          </a:xfrm>
          <a:prstGeom prst="roundRect">
            <a:avLst>
              <a:gd name="adj" fmla="val 15364"/>
            </a:avLst>
          </a:prstGeom>
          <a:solidFill>
            <a:srgbClr val="0B1220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20" name="Screenshot map" descr="Smart Q map scre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3566160"/>
            <a:ext cx="1181291" cy="2423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220"/>
                </a:solidFill>
              </a:rPr>
              <a:t>A simple dashboard for shopkeepers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Call the next token with one tap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Add walk-ins to the same queue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Pause the queue when you need a break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Set the average service time to tune wait estimates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Show a QR code customers scan to join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257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Customers see the new place and get alerts as the shop calls tokens.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35240" y="1188720"/>
            <a:ext cx="3931920" cy="4983480"/>
          </a:xfrm>
          <a:prstGeom prst="roundRect">
            <a:avLst>
              <a:gd name="adj" fmla="val 3488"/>
            </a:avLst>
          </a:prstGeom>
          <a:solidFill>
            <a:schemeClr val="bg2"/>
          </a:solidFill>
          <a:ln/>
        </p:spPr>
      </p:sp>
      <p:sp>
        <p:nvSpPr>
          <p:cNvPr id="6" name="Phone frame shop"/>
          <p:cNvSpPr/>
          <p:nvPr/>
        </p:nvSpPr>
        <p:spPr>
          <a:xfrm>
            <a:off x="8668512" y="1353312"/>
            <a:ext cx="2203075" cy="4384548"/>
          </a:xfrm>
          <a:prstGeom prst="roundRect">
            <a:avLst>
              <a:gd name="adj" fmla="val 9131"/>
            </a:avLst>
          </a:prstGeom>
          <a:solidFill>
            <a:srgbClr val="0B1220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7" name="Screenshot shop" descr="Smart Q shop dashboard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417320"/>
            <a:ext cx="2075059" cy="42565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220"/>
                </a:solidFill>
              </a:rPr>
              <a:t>Simple pricing: 3 days free, then ₹25 per month</a:t>
            </a:r>
            <a:endParaRPr lang="en-US" sz="3600" dirty="0"/>
          </a:p>
        </p:txBody>
      </p:sp>
      <p:sp>
        <p:nvSpPr>
          <p:cNvPr id="3" name="Free plan"/>
          <p:cNvSpPr/>
          <p:nvPr/>
        </p:nvSpPr>
        <p:spPr>
          <a:xfrm>
            <a:off x="731520" y="1737360"/>
            <a:ext cx="5120640" cy="3749040"/>
          </a:xfrm>
          <a:prstGeom prst="roundRect">
            <a:avLst>
              <a:gd name="adj" fmla="val 341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4300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Free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468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₹0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Always available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74904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Join queues with digital tokens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Scan a shop QR code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Queue history and saved services</a:t>
            </a:r>
            <a:endParaRPr lang="en-US" sz="1600" dirty="0"/>
          </a:p>
        </p:txBody>
      </p:sp>
      <p:sp>
        <p:nvSpPr>
          <p:cNvPr id="8" name="Premium plan"/>
          <p:cNvSpPr/>
          <p:nvPr/>
        </p:nvSpPr>
        <p:spPr>
          <a:xfrm>
            <a:off x="6309360" y="1737360"/>
            <a:ext cx="5120640" cy="3749040"/>
          </a:xfrm>
          <a:prstGeom prst="roundRect">
            <a:avLst>
              <a:gd name="adj" fmla="val 3415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208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Premium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2468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₹25 / month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</a:rPr>
              <a:t>First 3 days free, cancel any time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374904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Live map with distance and travel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Leave on time reminders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Alerts when your turn is near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B1220"/>
                </a:solidFill>
              </a:rPr>
              <a:t>Where we are and what comes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3337560" cy="393192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2011680"/>
            <a:ext cx="1097280" cy="41148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Working prototype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00400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Customer and shopkeeper flows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QR join, live place in line, alerts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Map timing and Premium trial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337560" cy="393192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2011680"/>
            <a:ext cx="109728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5488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Make it real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200400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Supabase login and database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Shared live queue across devices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UPI payments with Razorpay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Push notifications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Real map and routing provider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337560" cy="393192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2011680"/>
            <a:ext cx="1097280" cy="411480"/>
          </a:xfrm>
          <a:prstGeom prst="roundRect">
            <a:avLst>
              <a:gd name="adj" fmla="val 48889"/>
            </a:avLst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Later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Grow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200400"/>
            <a:ext cx="2697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SMS and WhatsApp alerts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Shop analytics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Appointments and multi-counter queues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Tamil and Hindi support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Skip the Wait.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BD5E1"/>
                </a:solidFill>
              </a:rPr>
              <a:t>Smart Q Knows Your Turn.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6634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46268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Founder: Srisudhan S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120640"/>
            <a:ext cx="256032" cy="2560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5084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techtrackline@gmail.com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577840"/>
            <a:ext cx="256032" cy="25603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188720" y="55412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techtrackline.lovable.app</a:t>
            </a:r>
            <a:endParaRPr lang="en-US" sz="1600" dirty="0"/>
          </a:p>
        </p:txBody>
      </p:sp>
      <p:sp>
        <p:nvSpPr>
          <p:cNvPr id="10" name="Phone frame live"/>
          <p:cNvSpPr/>
          <p:nvPr/>
        </p:nvSpPr>
        <p:spPr>
          <a:xfrm>
            <a:off x="8348472" y="713232"/>
            <a:ext cx="2579751" cy="5157216"/>
          </a:xfrm>
          <a:prstGeom prst="roundRect">
            <a:avLst>
              <a:gd name="adj" fmla="val 7798"/>
            </a:avLst>
          </a:prstGeom>
          <a:solidFill>
            <a:srgbClr val="0B1220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1" name="Screenshot live" descr="Smart Q live queue tracking scre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777240"/>
            <a:ext cx="2451735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mart Q">
  <a:themeElements>
    <a:clrScheme name="Smart Q">
      <a:dk1>
        <a:srgbClr val="0B1220"/>
      </a:dk1>
      <a:lt1>
        <a:srgbClr val="FFFFFF"/>
      </a:lt1>
      <a:dk2>
        <a:srgbClr val="334155"/>
      </a:dk2>
      <a:lt2>
        <a:srgbClr val="EEF3FF"/>
      </a:lt2>
      <a:accent1>
        <a:srgbClr val="2563EB"/>
      </a:accent1>
      <a:accent2>
        <a:srgbClr val="CBD5E1"/>
      </a:accent2>
      <a:accent3>
        <a:srgbClr val="16A34A"/>
      </a:accent3>
      <a:accent4>
        <a:srgbClr val="F59E0B"/>
      </a:accent4>
      <a:accent5>
        <a:srgbClr val="64748B"/>
      </a:accent5>
      <a:accent6>
        <a:srgbClr val="DC2626"/>
      </a:accent6>
      <a:hlink>
        <a:srgbClr val="2563EB"/>
      </a:hlink>
      <a:folHlink>
        <a:srgbClr val="64748B"/>
      </a:folHlink>
    </a:clrScheme>
    <a:fontScheme name="Smart Q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TechTrack Line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Q pitch deck</dc:title>
  <dc:subject>PptxGenJS Presentation</dc:subject>
  <dc:creator>TechTrack Line</dc:creator>
  <cp:lastModifiedBy>TechTrack Line</cp:lastModifiedBy>
  <cp:revision>1</cp:revision>
  <dcterms:created xsi:type="dcterms:W3CDTF">2026-10-24T05:37:09Z</dcterms:created>
  <dcterms:modified xsi:type="dcterms:W3CDTF">2026-10-24T05:37:09Z</dcterms:modified>
</cp:coreProperties>
</file>